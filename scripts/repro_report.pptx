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LookHere Reproduction —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Repository: (unknown)</a:t>
            </a:r>
          </a:p>
          <a:p>
            <a:pPr>
              <a:defRPr sz="1800"/>
            </a:pPr>
            <a:r>
              <a:t>Model: LookHere / ViT</a:t>
            </a:r>
          </a:p>
          <a:p>
            <a:pPr>
              <a:defRPr sz="1800"/>
            </a:pPr>
            <a:r>
              <a:t>Checkpoint: output/LH_180_150_author/checkpoint_best.pth.tar</a:t>
            </a:r>
          </a:p>
          <a:p>
            <a:pPr>
              <a:defRPr sz="1800"/>
            </a:pPr>
            <a:r>
              <a:t>Eval task: hr/classify/all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Dataset: ImageNet</a:t>
            </a:r>
          </a:p>
          <a:p>
            <a:pPr>
              <a:defRPr sz="1800"/>
            </a:pPr>
            <a:r>
              <a:t>Val dir: /data/imagenet_hr_eval_clean</a:t>
            </a:r>
          </a:p>
          <a:p>
            <a:pPr>
              <a:defRPr sz="1800"/>
            </a:pPr>
            <a:r>
              <a:t>HR eval images: N/A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/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Epochs: 150</a:t>
            </a:r>
          </a:p>
          <a:p>
            <a:pPr>
              <a:defRPr sz="1800"/>
            </a:pPr>
            <a:r>
              <a:t>Init: author checkpoint</a:t>
            </a:r>
          </a:p>
          <a:p>
            <a:pPr>
              <a:defRPr sz="1800"/>
            </a:pPr>
            <a:r>
              <a:t>Image size (train): 224</a:t>
            </a:r>
          </a:p>
          <a:p>
            <a:pPr>
              <a:defRPr sz="1800"/>
            </a:pPr>
            <a:r>
              <a:t>Patch size: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Total samples: N/A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(placeholders)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Attention maps (examples): add figures</a:t>
            </a:r>
          </a:p>
          <a:p>
            <a:pPr>
              <a:defRPr sz="1800"/>
            </a:pPr>
            <a:r>
              <a:t>HR vs baseline image examples: add figures</a:t>
            </a:r>
          </a:p>
          <a:p>
            <a:pPr>
              <a:defRPr sz="1800"/>
            </a:pPr>
            <a:r>
              <a:t>ECE reliability diagram: add 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Mapping: remaining unknown HR images moved to unknown_class</a:t>
            </a:r>
          </a:p>
          <a:p>
            <a:pPr>
              <a:defRPr sz="1800"/>
            </a:pPr>
            <a:r>
              <a:t>Option: run 5-epoch finetune at 384px if HR results are poor</a:t>
            </a:r>
          </a:p>
          <a:p>
            <a:pPr>
              <a:defRPr sz="1800"/>
            </a:pPr>
            <a:r>
              <a:t>Proposed: remap unknowns or accept 4,989 subset for final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